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AC6E3-66FB-4A2A-B39A-29D358904075}" type="datetimeFigureOut">
              <a:rPr lang="en-US" smtClean="0"/>
              <a:t>4/2/2019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74895-0B58-4DAF-95EF-D17974AB07B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AC6E3-66FB-4A2A-B39A-29D358904075}" type="datetimeFigureOut">
              <a:rPr lang="en-US" smtClean="0"/>
              <a:t>4/2/2019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74895-0B58-4DAF-95EF-D17974AB07B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AC6E3-66FB-4A2A-B39A-29D358904075}" type="datetimeFigureOut">
              <a:rPr lang="en-US" smtClean="0"/>
              <a:t>4/3/2019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74895-0B58-4DAF-95EF-D17974AB07B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AC6E3-66FB-4A2A-B39A-29D358904075}" type="datetimeFigureOut">
              <a:rPr lang="en-US" smtClean="0"/>
              <a:t>4/3/2019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74895-0B58-4DAF-95EF-D17974AB07B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AC6E3-66FB-4A2A-B39A-29D358904075}" type="datetimeFigureOut">
              <a:rPr lang="en-US" smtClean="0"/>
              <a:t>4/3/2019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74895-0B58-4DAF-95EF-D17974AB07B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AC6E3-66FB-4A2A-B39A-29D358904075}" type="datetimeFigureOut">
              <a:rPr lang="en-US" smtClean="0"/>
              <a:t>4/3/2019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74895-0B58-4DAF-95EF-D17974AB07B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AC6E3-66FB-4A2A-B39A-29D358904075}" type="datetimeFigureOut">
              <a:rPr lang="en-US" smtClean="0"/>
              <a:t>4/3/2019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74895-0B58-4DAF-95EF-D17974AB07B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AC6E3-66FB-4A2A-B39A-29D358904075}" type="datetimeFigureOut">
              <a:rPr lang="en-US" smtClean="0"/>
              <a:t>4/3/2019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74895-0B58-4DAF-95EF-D17974AB07B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AC6E3-66FB-4A2A-B39A-29D358904075}" type="datetimeFigureOut">
              <a:rPr lang="en-US" smtClean="0"/>
              <a:t>4/3/2019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74895-0B58-4DAF-95EF-D17974AB07B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AC6E3-66FB-4A2A-B39A-29D358904075}" type="datetimeFigureOut">
              <a:rPr lang="en-US" smtClean="0"/>
              <a:t>4/3/2019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74895-0B58-4DAF-95EF-D17974AB07B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AC6E3-66FB-4A2A-B39A-29D358904075}" type="datetimeFigureOut">
              <a:rPr lang="en-US" smtClean="0"/>
              <a:t>4/3/2019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74895-0B58-4DAF-95EF-D17974AB07B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AC6E3-66FB-4A2A-B39A-29D358904075}" type="datetimeFigureOut">
              <a:rPr lang="en-US" smtClean="0"/>
              <a:t>4/2/2019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374895-0B58-4DAF-95EF-D17974AB07BB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r>
              <a:rPr lang="en-IN" dirty="0" smtClean="0"/>
              <a:t>                           </a:t>
            </a:r>
            <a:r>
              <a:rPr lang="en-IN" sz="1800" dirty="0" smtClean="0"/>
              <a:t>                                                                                      </a:t>
            </a:r>
            <a:r>
              <a:rPr lang="en-IN" sz="1800" dirty="0" smtClean="0">
                <a:solidFill>
                  <a:schemeClr val="tx1"/>
                </a:solidFill>
              </a:rPr>
              <a:t>Folder</a:t>
            </a:r>
            <a:endParaRPr lang="en-IN" dirty="0"/>
          </a:p>
          <a:p>
            <a:r>
              <a:rPr lang="en-IN" dirty="0" smtClean="0"/>
              <a:t>                       </a:t>
            </a:r>
            <a:r>
              <a:rPr lang="en-IN" sz="1600" dirty="0" err="1" smtClean="0">
                <a:solidFill>
                  <a:schemeClr val="tx1"/>
                </a:solidFill>
              </a:rPr>
              <a:t>Mothly</a:t>
            </a:r>
            <a:r>
              <a:rPr lang="en-IN" sz="1600" dirty="0" smtClean="0">
                <a:solidFill>
                  <a:schemeClr val="tx1"/>
                </a:solidFill>
              </a:rPr>
              <a:t> once based </a:t>
            </a:r>
            <a:r>
              <a:rPr lang="en-IN" sz="1600" dirty="0" smtClean="0">
                <a:solidFill>
                  <a:schemeClr val="tx1"/>
                </a:solidFill>
              </a:rPr>
              <a:t>on</a:t>
            </a:r>
            <a:endParaRPr lang="en-IN" sz="1600" dirty="0" smtClean="0">
              <a:solidFill>
                <a:schemeClr val="tx1"/>
              </a:solidFill>
            </a:endParaRPr>
          </a:p>
          <a:p>
            <a:r>
              <a:rPr lang="en-IN" sz="1600" dirty="0" smtClean="0">
                <a:solidFill>
                  <a:schemeClr val="tx1"/>
                </a:solidFill>
              </a:rPr>
              <a:t>                                                        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1142976" y="1428736"/>
            <a:ext cx="2071702" cy="92869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Leave Tracker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2643174" y="3571876"/>
            <a:ext cx="1643074" cy="7858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Forecast</a:t>
            </a:r>
          </a:p>
          <a:p>
            <a:pPr algn="ctr"/>
            <a:r>
              <a:rPr lang="en-IN" dirty="0" smtClean="0"/>
              <a:t>Workbook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57158" y="3571876"/>
            <a:ext cx="1643074" cy="7858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Database</a:t>
            </a:r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7072298" y="3500438"/>
            <a:ext cx="2071702" cy="92869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 smtClean="0"/>
              <a:t>Actuals</a:t>
            </a:r>
            <a:endParaRPr lang="en-IN" dirty="0" smtClean="0"/>
          </a:p>
          <a:p>
            <a:pPr algn="ctr"/>
            <a:r>
              <a:rPr lang="en-IN" dirty="0" smtClean="0"/>
              <a:t>Workbook</a:t>
            </a: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214282" y="5572140"/>
            <a:ext cx="2071702" cy="92869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UI</a:t>
            </a:r>
            <a:endParaRPr lang="en-IN" dirty="0"/>
          </a:p>
        </p:txBody>
      </p:sp>
      <p:cxnSp>
        <p:nvCxnSpPr>
          <p:cNvPr id="15" name="Straight Arrow Connector 14"/>
          <p:cNvCxnSpPr/>
          <p:nvPr/>
        </p:nvCxnSpPr>
        <p:spPr>
          <a:xfrm rot="5400000">
            <a:off x="1821637" y="2750339"/>
            <a:ext cx="642942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hape 20"/>
          <p:cNvCxnSpPr>
            <a:endCxn id="6" idx="0"/>
          </p:cNvCxnSpPr>
          <p:nvPr/>
        </p:nvCxnSpPr>
        <p:spPr>
          <a:xfrm rot="10800000" flipV="1">
            <a:off x="1178696" y="3000372"/>
            <a:ext cx="892975" cy="57150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hape 22"/>
          <p:cNvCxnSpPr>
            <a:endCxn id="5" idx="0"/>
          </p:cNvCxnSpPr>
          <p:nvPr/>
        </p:nvCxnSpPr>
        <p:spPr>
          <a:xfrm>
            <a:off x="2214546" y="3000372"/>
            <a:ext cx="1250165" cy="57150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5" idx="3"/>
            <a:endCxn id="10" idx="1"/>
          </p:cNvCxnSpPr>
          <p:nvPr/>
        </p:nvCxnSpPr>
        <p:spPr>
          <a:xfrm>
            <a:off x="4286248" y="3964785"/>
            <a:ext cx="2786050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rot="5400000">
            <a:off x="464315" y="4964917"/>
            <a:ext cx="1214446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14282" y="1071546"/>
            <a:ext cx="4429156" cy="3714776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/>
          <p:cNvSpPr txBox="1"/>
          <p:nvPr/>
        </p:nvSpPr>
        <p:spPr>
          <a:xfrm>
            <a:off x="1714480" y="1071546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Folder</a:t>
            </a:r>
            <a:endParaRPr lang="en-IN" dirty="0"/>
          </a:p>
        </p:txBody>
      </p:sp>
      <p:sp>
        <p:nvSpPr>
          <p:cNvPr id="40" name="TextBox 39"/>
          <p:cNvSpPr txBox="1"/>
          <p:nvPr/>
        </p:nvSpPr>
        <p:spPr>
          <a:xfrm>
            <a:off x="3500430" y="1428736"/>
            <a:ext cx="9286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 smtClean="0"/>
              <a:t>Generated</a:t>
            </a:r>
          </a:p>
          <a:p>
            <a:r>
              <a:rPr lang="en-IN" sz="1200" dirty="0" smtClean="0"/>
              <a:t>4 weeks</a:t>
            </a:r>
          </a:p>
          <a:p>
            <a:r>
              <a:rPr lang="en-IN" sz="1200" dirty="0" smtClean="0"/>
              <a:t>In a </a:t>
            </a:r>
          </a:p>
          <a:p>
            <a:r>
              <a:rPr lang="en-IN" sz="1200" dirty="0" smtClean="0"/>
              <a:t>month</a:t>
            </a:r>
            <a:endParaRPr lang="en-IN" sz="1200" dirty="0"/>
          </a:p>
        </p:txBody>
      </p:sp>
      <p:sp>
        <p:nvSpPr>
          <p:cNvPr id="41" name="TextBox 40"/>
          <p:cNvSpPr txBox="1"/>
          <p:nvPr/>
        </p:nvSpPr>
        <p:spPr>
          <a:xfrm>
            <a:off x="3071802" y="4357694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Folder</a:t>
            </a:r>
            <a:endParaRPr lang="en-IN" dirty="0"/>
          </a:p>
        </p:txBody>
      </p:sp>
      <p:sp>
        <p:nvSpPr>
          <p:cNvPr id="43" name="Right Arrow 42"/>
          <p:cNvSpPr/>
          <p:nvPr/>
        </p:nvSpPr>
        <p:spPr>
          <a:xfrm>
            <a:off x="2428860" y="5929330"/>
            <a:ext cx="1285884" cy="35719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TextBox 43"/>
          <p:cNvSpPr txBox="1"/>
          <p:nvPr/>
        </p:nvSpPr>
        <p:spPr>
          <a:xfrm>
            <a:off x="3786182" y="5857892"/>
            <a:ext cx="18573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Export as Excel Workbook</a:t>
            </a:r>
            <a:endParaRPr lang="en-IN" dirty="0"/>
          </a:p>
        </p:txBody>
      </p:sp>
      <p:sp>
        <p:nvSpPr>
          <p:cNvPr id="45" name="TextBox 44"/>
          <p:cNvSpPr txBox="1"/>
          <p:nvPr/>
        </p:nvSpPr>
        <p:spPr>
          <a:xfrm>
            <a:off x="4643438" y="4000504"/>
            <a:ext cx="30718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solidFill>
                  <a:schemeClr val="tx1"/>
                </a:solidFill>
              </a:rPr>
              <a:t>updated forecast workbook</a:t>
            </a:r>
            <a:endParaRPr lang="en-IN" sz="1600" dirty="0"/>
          </a:p>
        </p:txBody>
      </p:sp>
      <p:sp>
        <p:nvSpPr>
          <p:cNvPr id="46" name="TextBox 45"/>
          <p:cNvSpPr txBox="1"/>
          <p:nvPr/>
        </p:nvSpPr>
        <p:spPr>
          <a:xfrm>
            <a:off x="7429520" y="4500570"/>
            <a:ext cx="15001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 smtClean="0"/>
              <a:t>Final</a:t>
            </a:r>
          </a:p>
          <a:p>
            <a:pPr algn="ctr"/>
            <a:r>
              <a:rPr lang="en-IN" sz="1600" dirty="0" smtClean="0"/>
              <a:t>Expected</a:t>
            </a:r>
          </a:p>
          <a:p>
            <a:pPr algn="ctr"/>
            <a:r>
              <a:rPr lang="en-IN" sz="1600" dirty="0" smtClean="0"/>
              <a:t>Output</a:t>
            </a:r>
            <a:endParaRPr lang="en-IN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57158" y="4286256"/>
            <a:ext cx="2357454" cy="11430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6429388" y="4286256"/>
            <a:ext cx="2357454" cy="11430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3428992" y="857232"/>
            <a:ext cx="2071702" cy="27146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Arrow Connector 8"/>
          <p:cNvCxnSpPr/>
          <p:nvPr/>
        </p:nvCxnSpPr>
        <p:spPr>
          <a:xfrm rot="5400000" flipH="1" flipV="1">
            <a:off x="892943" y="2178835"/>
            <a:ext cx="1928826" cy="17145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5400000">
            <a:off x="1321571" y="2464587"/>
            <a:ext cx="1857388" cy="164307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6143636" y="2214554"/>
            <a:ext cx="2143140" cy="192882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10800000">
            <a:off x="5572132" y="2428868"/>
            <a:ext cx="2071702" cy="17859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000496" y="2000240"/>
            <a:ext cx="13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 smtClean="0"/>
              <a:t>Servlets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714348" y="4714884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Angular JS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6858016" y="4500570"/>
            <a:ext cx="1714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  MYSQL Database</a:t>
            </a: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1000100" y="5643578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Web UI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 rot="18665751">
            <a:off x="928662" y="2928934"/>
            <a:ext cx="107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Request</a:t>
            </a:r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 rot="7901671">
            <a:off x="1362972" y="3551982"/>
            <a:ext cx="1643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Response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3643306" y="357166"/>
            <a:ext cx="2071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JAVA Backend</a:t>
            </a:r>
            <a:endParaRPr lang="en-IN" dirty="0"/>
          </a:p>
        </p:txBody>
      </p:sp>
      <p:sp>
        <p:nvSpPr>
          <p:cNvPr id="23" name="TextBox 22"/>
          <p:cNvSpPr txBox="1"/>
          <p:nvPr/>
        </p:nvSpPr>
        <p:spPr>
          <a:xfrm rot="2512638">
            <a:off x="6361066" y="3239609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JDBC</a:t>
            </a:r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3428992" y="3857628"/>
            <a:ext cx="2214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Apache Tomcat 7.0</a:t>
            </a:r>
          </a:p>
          <a:p>
            <a:pPr algn="ctr"/>
            <a:r>
              <a:rPr lang="en-IN" dirty="0" smtClean="0"/>
              <a:t>Server Container</a:t>
            </a:r>
            <a:endParaRPr lang="en-IN" dirty="0"/>
          </a:p>
        </p:txBody>
      </p:sp>
      <p:sp>
        <p:nvSpPr>
          <p:cNvPr id="25" name="TextBox 24"/>
          <p:cNvSpPr txBox="1"/>
          <p:nvPr/>
        </p:nvSpPr>
        <p:spPr>
          <a:xfrm rot="18597634">
            <a:off x="1323826" y="2932533"/>
            <a:ext cx="1557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REST(JSON)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57158" y="4286256"/>
            <a:ext cx="2357454" cy="11430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6429388" y="4286256"/>
            <a:ext cx="2357454" cy="11430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3428992" y="857232"/>
            <a:ext cx="2071702" cy="27146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Arrow Connector 6"/>
          <p:cNvCxnSpPr/>
          <p:nvPr/>
        </p:nvCxnSpPr>
        <p:spPr>
          <a:xfrm rot="5400000" flipH="1" flipV="1">
            <a:off x="892943" y="2178835"/>
            <a:ext cx="1928826" cy="17145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rot="5400000">
            <a:off x="1321571" y="2464587"/>
            <a:ext cx="1857388" cy="164307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6143636" y="2214554"/>
            <a:ext cx="2143140" cy="192882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000496" y="2000240"/>
            <a:ext cx="13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 smtClean="0"/>
              <a:t>Servlets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714348" y="4714884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Angular JS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6" y="4500570"/>
            <a:ext cx="1714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  MYSQL Database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1000100" y="5643578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Web UI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 rot="18665751">
            <a:off x="776130" y="2593492"/>
            <a:ext cx="1961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Request(Payload)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 rot="7901671">
            <a:off x="1362972" y="3551982"/>
            <a:ext cx="1643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Response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3643306" y="357166"/>
            <a:ext cx="2071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JAVA Backend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 rot="2512638">
            <a:off x="6718256" y="2882418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Data(JSON)</a:t>
            </a: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3428992" y="3857628"/>
            <a:ext cx="2214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Apache Tomcat 7.0</a:t>
            </a:r>
          </a:p>
          <a:p>
            <a:pPr algn="ctr"/>
            <a:r>
              <a:rPr lang="en-IN" dirty="0" smtClean="0"/>
              <a:t>Server Container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 rot="18726151">
            <a:off x="1291758" y="2959544"/>
            <a:ext cx="1557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POST</a:t>
            </a:r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6929454" y="5500702"/>
            <a:ext cx="15001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 smtClean="0"/>
              <a:t>Get stored in tables in DB</a:t>
            </a:r>
            <a:endParaRPr lang="en-IN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57158" y="4286256"/>
            <a:ext cx="2357454" cy="11430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6429388" y="4286256"/>
            <a:ext cx="2357454" cy="11430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3428992" y="857232"/>
            <a:ext cx="2071702" cy="27146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Arrow Connector 7"/>
          <p:cNvCxnSpPr/>
          <p:nvPr/>
        </p:nvCxnSpPr>
        <p:spPr>
          <a:xfrm rot="5400000" flipH="1" flipV="1">
            <a:off x="892943" y="2178835"/>
            <a:ext cx="1928826" cy="17145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5400000">
            <a:off x="1321571" y="2464587"/>
            <a:ext cx="1857388" cy="164307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6143636" y="2214554"/>
            <a:ext cx="2143140" cy="192882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10800000">
            <a:off x="5572132" y="2428868"/>
            <a:ext cx="2071702" cy="17859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000496" y="2000240"/>
            <a:ext cx="13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 smtClean="0"/>
              <a:t>Servlets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714348" y="4714884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Angular JS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6858016" y="4500570"/>
            <a:ext cx="1714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  MYSQL Database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1000100" y="5643578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Web UI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 rot="18665751">
            <a:off x="928662" y="2928934"/>
            <a:ext cx="107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Request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 rot="7901671">
            <a:off x="1316640" y="3464049"/>
            <a:ext cx="19198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/>
              <a:t>Response(Data)</a:t>
            </a:r>
            <a:endParaRPr lang="en-IN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3643306" y="357166"/>
            <a:ext cx="2071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JAVA Backend</a:t>
            </a: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 rot="2512638">
            <a:off x="6718257" y="2882419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Request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3428992" y="3857628"/>
            <a:ext cx="2214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Apache Tomcat 7.0</a:t>
            </a:r>
          </a:p>
          <a:p>
            <a:pPr algn="ctr"/>
            <a:r>
              <a:rPr lang="en-IN" dirty="0" smtClean="0"/>
              <a:t>Server Container</a:t>
            </a:r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 rot="18597634">
            <a:off x="1323826" y="2932533"/>
            <a:ext cx="1557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GET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 rot="13321456">
            <a:off x="5706889" y="3387556"/>
            <a:ext cx="15001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/>
              <a:t>Response(Data)</a:t>
            </a:r>
            <a:endParaRPr lang="en-IN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500034" y="6072206"/>
            <a:ext cx="20717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 smtClean="0"/>
              <a:t>Data displayed in the</a:t>
            </a:r>
          </a:p>
          <a:p>
            <a:pPr algn="ctr"/>
            <a:r>
              <a:rPr lang="en-IN" sz="1600" dirty="0" smtClean="0"/>
              <a:t>frontend</a:t>
            </a:r>
            <a:endParaRPr lang="en-IN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57158" y="4286256"/>
            <a:ext cx="2357454" cy="11430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6429388" y="4286256"/>
            <a:ext cx="2357454" cy="11430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3428992" y="857232"/>
            <a:ext cx="2071702" cy="27146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Arrow Connector 6"/>
          <p:cNvCxnSpPr/>
          <p:nvPr/>
        </p:nvCxnSpPr>
        <p:spPr>
          <a:xfrm rot="5400000" flipH="1" flipV="1">
            <a:off x="892943" y="2178835"/>
            <a:ext cx="1928826" cy="17145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rot="5400000">
            <a:off x="1321571" y="2464587"/>
            <a:ext cx="1857388" cy="164307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6143636" y="2214554"/>
            <a:ext cx="2143140" cy="192882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10800000">
            <a:off x="5572132" y="2428868"/>
            <a:ext cx="2071702" cy="17859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000496" y="2000240"/>
            <a:ext cx="13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 smtClean="0"/>
              <a:t>Servlets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714348" y="4714884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Angular JS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6" y="4500570"/>
            <a:ext cx="1714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  MYSQL Database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1000100" y="5643578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Web UI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 rot="18665751">
            <a:off x="928662" y="2928934"/>
            <a:ext cx="107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Request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 rot="7901671">
            <a:off x="1362972" y="3551982"/>
            <a:ext cx="1643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Response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3643306" y="357166"/>
            <a:ext cx="2071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JAVA Backend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 rot="2512638">
            <a:off x="6361066" y="3239609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JDBC</a:t>
            </a: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3428992" y="3857628"/>
            <a:ext cx="2214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Apache Tomcat 7.0</a:t>
            </a:r>
          </a:p>
          <a:p>
            <a:pPr algn="ctr"/>
            <a:r>
              <a:rPr lang="en-IN" dirty="0" smtClean="0"/>
              <a:t>Server Container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 rot="18597634">
            <a:off x="1323826" y="2932533"/>
            <a:ext cx="1557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DELETE</a:t>
            </a:r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 rot="2509760">
            <a:off x="6315853" y="2858285"/>
            <a:ext cx="1857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Delete request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6643702" y="5429264"/>
            <a:ext cx="21431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 smtClean="0"/>
              <a:t>Data gets deleted from the Database</a:t>
            </a:r>
            <a:endParaRPr lang="en-IN" sz="1600" dirty="0"/>
          </a:p>
        </p:txBody>
      </p:sp>
      <p:sp>
        <p:nvSpPr>
          <p:cNvPr id="23" name="TextBox 22"/>
          <p:cNvSpPr txBox="1"/>
          <p:nvPr/>
        </p:nvSpPr>
        <p:spPr>
          <a:xfrm rot="13359560">
            <a:off x="5741456" y="3244314"/>
            <a:ext cx="1285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Response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74581" y="4343796"/>
            <a:ext cx="2357454" cy="11430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6446811" y="4343796"/>
            <a:ext cx="2357454" cy="11430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3446415" y="914772"/>
            <a:ext cx="2071702" cy="27146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Arrow Connector 6"/>
          <p:cNvCxnSpPr/>
          <p:nvPr/>
        </p:nvCxnSpPr>
        <p:spPr>
          <a:xfrm rot="5400000" flipH="1" flipV="1">
            <a:off x="910366" y="2236375"/>
            <a:ext cx="1928826" cy="17145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rot="5400000">
            <a:off x="1338994" y="2522127"/>
            <a:ext cx="1857388" cy="164307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6161059" y="2272094"/>
            <a:ext cx="2143140" cy="192882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017919" y="2057780"/>
            <a:ext cx="13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 smtClean="0"/>
              <a:t>Servlets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731771" y="4772424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Angular JS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6875439" y="4558110"/>
            <a:ext cx="1714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  MYSQL Database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1017523" y="5701118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Web UI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 rot="18665751">
            <a:off x="793553" y="2651032"/>
            <a:ext cx="1961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Request(Payload)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 rot="7901671">
            <a:off x="1380395" y="3609522"/>
            <a:ext cx="1643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Response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3660729" y="414706"/>
            <a:ext cx="2071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JAVA Backend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 rot="2512638">
            <a:off x="6735679" y="2939958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Data(JSON)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3446415" y="3915168"/>
            <a:ext cx="2214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Apache Tomcat 7.0</a:t>
            </a:r>
          </a:p>
          <a:p>
            <a:pPr algn="ctr"/>
            <a:r>
              <a:rPr lang="en-IN" dirty="0" smtClean="0"/>
              <a:t>Server Container</a:t>
            </a: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 rot="18726151">
            <a:off x="1309181" y="3017084"/>
            <a:ext cx="1557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UPDATE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6946877" y="5558242"/>
            <a:ext cx="15001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 smtClean="0"/>
              <a:t>Data gets updated in Database</a:t>
            </a:r>
            <a:endParaRPr lang="en-IN" sz="1600" dirty="0"/>
          </a:p>
        </p:txBody>
      </p:sp>
      <p:cxnSp>
        <p:nvCxnSpPr>
          <p:cNvPr id="22" name="Straight Arrow Connector 21"/>
          <p:cNvCxnSpPr/>
          <p:nvPr/>
        </p:nvCxnSpPr>
        <p:spPr>
          <a:xfrm rot="10800000">
            <a:off x="5715008" y="2571744"/>
            <a:ext cx="1857388" cy="17145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 rot="13253771">
            <a:off x="5581368" y="3232063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Response</a:t>
            </a:r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 rot="13238294">
            <a:off x="5771414" y="2871210"/>
            <a:ext cx="1714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JDBC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164</Words>
  <Application>Microsoft Office PowerPoint</Application>
  <PresentationFormat>On-screen Show (4:3)</PresentationFormat>
  <Paragraphs>91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Vj Dees</dc:creator>
  <cp:lastModifiedBy>Vj Dees</cp:lastModifiedBy>
  <cp:revision>1</cp:revision>
  <dcterms:created xsi:type="dcterms:W3CDTF">2019-04-02T17:39:33Z</dcterms:created>
  <dcterms:modified xsi:type="dcterms:W3CDTF">2019-04-02T19:13:19Z</dcterms:modified>
</cp:coreProperties>
</file>